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BIAS-AWARE CREDIT RISK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SCORING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Using Fair Machine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 GANESH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</a:rPr>
              <a:t>sriganeshkv1@gmail.com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EXISTING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Traditional credit risk systems in financial institutions focus primarily on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maximizing predictive accuracy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using historical financial data. These systems train machine learning models (such as Logistic Regression, Random Forest, or Gradient Boosting) to predict whether an applicant will default on a loan.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However, these systems have significant limitations: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No fairness metrics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are evaluated during model development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Bias goes undetected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as models learn discriminatory patterns from historical data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Black-box decisions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provide no explanation to applicants or stakeholders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Single decision threshold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applied uniformly without fairness considerations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Regulatory and ethical risks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from potential discriminatory practices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Status Quo: Accuracy-Focused, Fairness-Blind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PROPOSED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The proposed bias-aware credit risk scoring system implements a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five-stage pipeline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 that integrates fairness constraints into traditional machine learning while maintaining predictive accuracy.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Key innovations include: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Bias Detection: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Measures demographic parity, equalized odds, and disparate impact using Fairlearn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Bias Mitigation: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Applies Exponentiated Gradient algorithm with demographic parity constraints, achieving 67% bias reduction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Explainability: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Uses SHAP (SHapley Additive exPlanations) to provide transparent, interpretable predictions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</a:t>
            </a:r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Deployment: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Flask web application for real-time fair credit decisions
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Results: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80.83% accuracy maintained, 67% reduction in gender bias, disparate impact moved to acceptable range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Fair ML: Balancing Accuracy with Equity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371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353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Data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Clean data, normalize features, preserve sensitive attributes (Gender)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057400"/>
            <a:ext cx="73152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148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Baseline Model Training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Logistic Regression: 80.80% accuracy, establish performance benchmark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2834640"/>
            <a:ext cx="73152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2907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Bias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154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Measure fairness metrics: 2.47% gender gap detected, disparate impact 0.731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47472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3611880"/>
            <a:ext cx="73152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7033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3685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Bias Mitigation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3931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Apply Exponentiated Gradient: 67% bias reduction, accuracy maintained at 80.83%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25196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" y="4389120"/>
            <a:ext cx="73152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4805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45920" y="4462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Explainability &amp; Deployment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SHAP explanations + Flask web app for transparent, fair credit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PROJECT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Data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src/preprocess.py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Clean, normalize, encode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755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Baseline Training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993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src/train_model.py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176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Train standard ML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43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990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Fairness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2278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src/fairness_analysis.py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107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Detect &amp; measure bias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60604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743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990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Bias Mitigation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2278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src/bias_mitigation.py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4107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Apply fairness constraints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4048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4224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Explainability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462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src/explain.py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6451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SHAP interpretability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40480"/>
            <a:ext cx="9144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Module 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224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Web Application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4462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src/app.py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46451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Flask deployment interface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Bias-Aware Credit Risk Scoring System Using Fair Machine Learning</dc:title>
  <dc:subject>PptxGenJS Presentation</dc:subject>
  <dc:creator>R GANESH</dc:creator>
  <cp:lastModifiedBy>R GANESH</cp:lastModifiedBy>
  <cp:revision>1</cp:revision>
  <dcterms:created xsi:type="dcterms:W3CDTF">2026-02-22T12:23:34Z</dcterms:created>
  <dcterms:modified xsi:type="dcterms:W3CDTF">2026-02-22T12:23:34Z</dcterms:modified>
</cp:coreProperties>
</file>